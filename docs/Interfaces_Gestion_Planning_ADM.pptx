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99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6949440" y="-548640"/>
            <a:ext cx="3474720" cy="34747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132320" y="2651760"/>
            <a:ext cx="2743200" cy="2743200"/>
          </a:xfrm>
          <a:prstGeom prst="ellipse">
            <a:avLst/>
          </a:prstGeom>
          <a:solidFill>
            <a:srgbClr val="C9952A">
              <a:alpha val="60000"/>
            </a:srgbClr>
          </a:solidFill>
          <a:ln w="12700">
            <a:solidFill>
              <a:srgbClr val="C9952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463040" cy="4572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521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Agence de Développement Municipal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GESTION PLANNING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Pages de la Plateforme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" y="2834640"/>
            <a:ext cx="5486400" cy="0"/>
          </a:xfrm>
          <a:prstGeom prst="line">
            <a:avLst/>
          </a:prstGeom>
          <a:noFill/>
          <a:ln w="1905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</a:rPr>
              <a:t>Présentation visuelle des 20+ interfaces utilisateurs de l'application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61188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4" name="Text 12"/>
          <p:cNvSpPr/>
          <p:nvPr/>
        </p:nvSpPr>
        <p:spPr>
          <a:xfrm>
            <a:off x="41148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Interfaces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361188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182880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Rôles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361188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324612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4612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Modules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61188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3" name="Text 21"/>
          <p:cNvSpPr/>
          <p:nvPr/>
        </p:nvSpPr>
        <p:spPr>
          <a:xfrm>
            <a:off x="466344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Mobile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Mai 2026  |  Version 2.0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 DE LA PRÉSENTATION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274320" cy="27432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0292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Accès &amp; Authentification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Login  ·  Mot de passe oublié  ·  Page publique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50292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274320" y="18836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Tableau de Bord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295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Dashboard général  ·  KPIs temps réel  ·  Mon agenda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50292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274320" y="294436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Plannings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Liste plannings  ·  Détail &amp; circuit validation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502920" cy="9144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2" name="Text 20"/>
          <p:cNvSpPr/>
          <p:nvPr/>
        </p:nvSpPr>
        <p:spPr>
          <a:xfrm>
            <a:off x="274320" y="400507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Réunions &amp; Missions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Liste réunions  ·  Formulaire  ·  Missions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502920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7" name="Text 25"/>
          <p:cNvSpPr/>
          <p:nvPr/>
        </p:nvSpPr>
        <p:spPr>
          <a:xfrm>
            <a:off x="4663440" y="8229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Événements &amp; Calendrier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Vue événements  ·  Calendrier mensuel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88366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31" name="Shape 29"/>
          <p:cNvSpPr/>
          <p:nvPr/>
        </p:nvSpPr>
        <p:spPr>
          <a:xfrm>
            <a:off x="4663440" y="1883664"/>
            <a:ext cx="502920" cy="91440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2" name="Text 30"/>
          <p:cNvSpPr/>
          <p:nvPr/>
        </p:nvSpPr>
        <p:spPr>
          <a:xfrm>
            <a:off x="4663440" y="18836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Notifications &amp; Discussions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295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Centre notifs  ·  Messagerie privée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94436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36" name="Shape 34"/>
          <p:cNvSpPr/>
          <p:nvPr/>
        </p:nvSpPr>
        <p:spPr>
          <a:xfrm>
            <a:off x="4663440" y="2944368"/>
            <a:ext cx="50292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7" name="Text 35"/>
          <p:cNvSpPr/>
          <p:nvPr/>
        </p:nvSpPr>
        <p:spPr>
          <a:xfrm>
            <a:off x="4663440" y="294436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3035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Administration &amp; Paramètres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3558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Utilisateurs  ·  Salles  ·  Stats  ·  Backups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40050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41" name="Shape 39"/>
          <p:cNvSpPr/>
          <p:nvPr/>
        </p:nvSpPr>
        <p:spPr>
          <a:xfrm>
            <a:off x="4663440" y="4005072"/>
            <a:ext cx="50292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2" name="Text 40"/>
          <p:cNvSpPr/>
          <p:nvPr/>
        </p:nvSpPr>
        <p:spPr>
          <a:xfrm>
            <a:off x="4663440" y="400507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52A"/>
                </a:solidFill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57800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Profil &amp; Outils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Répertoire  ·  Profil  ·  Projets  ·  Salles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&amp; Authentification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récupération de mot de passe, page publique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Text 2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744"/>
                </a:solidFill>
              </a:rPr>
              <a:t>PUBLIC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Connexion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8" name="Image 0" descr="D:\Gestion planning\screenshots_ui\01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d'authentification avec logo ADM — Email + mot de passe + lien vers la page publique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Text 2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744"/>
                </a:solidFill>
              </a:rPr>
              <a:t>PUBLIC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8" name="Image 0" descr="D:\Gestion planning\screenshots_ui\01b_forgot_passwo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récupération — L'utilisateur saisit son email et reçoit un lien de réinitialisation sécurisé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Text 2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744"/>
                </a:solidFill>
              </a:rPr>
              <a:t>PUBLIC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Publique — Disponibilité des Salles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49808"/>
            <a:ext cx="8434354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publique temps réel : salles libres/occupées avec planning horaire — accessible sans authentification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276">
              <a:alpha val="25000"/>
            </a:srgbClr>
          </a:solidFill>
          <a:ln w="12700">
            <a:solidFill>
              <a:srgbClr val="1A527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1A5276">
              <a:alpha val="40000"/>
            </a:srgbClr>
          </a:solidFill>
          <a:ln w="12700">
            <a:solidFill>
              <a:srgbClr val="1A527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générale, KPIs et agenda personnel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Vue Générale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03_tableau_de_bo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temps réel : salles libres, réunions du jour, plannings en attente · Agenda hebdomadaire · État des salles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2744">
              <a:alpha val="25000"/>
            </a:srgbClr>
          </a:solidFill>
          <a:ln w="12700">
            <a:solidFill>
              <a:srgbClr val="0F274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0F2744">
              <a:alpha val="40000"/>
            </a:srgbClr>
          </a:solidFill>
          <a:ln w="12700">
            <a:solidFill>
              <a:srgbClr val="0F27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Plannings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détail et circuit complet de validation en 6 étapes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 — Liste et Filtres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04_planning_lis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plannings de la semaine · Filtres par statut et responsable · Actions : Voir, Consolider, Supprimer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Planning — Circuit de Validation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05_planning_deta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en 6 étapes : Brouillon → Soumis → Coordinateur → SG/Direction → SG/Direction → Validé · Événements de la semaine · Missions croisées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6655">
              <a:alpha val="25000"/>
            </a:srgbClr>
          </a:solidFill>
          <a:ln w="12700">
            <a:solidFill>
              <a:srgbClr val="0E665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0E6655">
              <a:alpha val="40000"/>
            </a:srgbClr>
          </a:solidFill>
          <a:ln w="12700">
            <a:solidFill>
              <a:srgbClr val="0E66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&amp; Missions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des réunions, formulaires et missions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Réunions — Liste &amp; Détail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55448"/>
            <a:ext cx="274320" cy="27432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06_reunions_lis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41605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480560"/>
            <a:ext cx="425196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22860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Liste des réunions avec filtres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10" name="Image 1" descr="D:\Gestion planning\screenshots_ui\06b_reunion_det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777240"/>
            <a:ext cx="4160520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4480560"/>
            <a:ext cx="425196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484632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Détail d'une réunion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Réunion — Formulaire de Création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07_reunion_fo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complet : titre, date/heure, lieu, participants, ordre du jour · Invitation automatique par email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Missions — Liste &amp; Détail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55448"/>
            <a:ext cx="274320" cy="27432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08_missions_lis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41605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480560"/>
            <a:ext cx="425196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22860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Liste des missions actives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10" name="Image 1" descr="D:\Gestion planning\screenshots_ui\08b_mission_det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777240"/>
            <a:ext cx="4160520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4480560"/>
            <a:ext cx="425196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484632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Détail d'une mission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Mission — Formulaire de Création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09_mission_cre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mission : titre, description, dates, lieu, priorité, membres assignés · Notifications automatiques à l'assignation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C3483">
              <a:alpha val="25000"/>
            </a:srgbClr>
          </a:solidFill>
          <a:ln w="12700">
            <a:solidFill>
              <a:srgbClr val="6C348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6C3483">
              <a:alpha val="40000"/>
            </a:srgbClr>
          </a:solidFill>
          <a:ln w="12700">
            <a:solidFill>
              <a:srgbClr val="6C348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&amp; Calendrier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calendrier unifiée — plannings, réunions, missions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Événements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10_eveneme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unifiés : réunions, missions, plannings · Types personnalisables avec couleurs · Filtres avancés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— Vue Mensuelle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11_calendri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mensuelle avec code couleur : Réunion (bleu) · Mission (violet) · Planning (vert) · Navigation intuitive · Export · Vue semaine/jour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CA6F1E">
              <a:alpha val="25000"/>
            </a:srgbClr>
          </a:solidFill>
          <a:ln w="12700">
            <a:solidFill>
              <a:srgbClr val="CA6F1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CA6F1E">
              <a:alpha val="40000"/>
            </a:srgbClr>
          </a:solidFill>
          <a:ln w="12700">
            <a:solidFill>
              <a:srgbClr val="CA6F1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Discussions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d'alertes temps réel et messagerie intégrée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Notifications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12_notific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alertes système : plannings soumis, réunions créées, missions assignées · Marquage lu/non-lu · Polling 30 secondes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— Messagerie Privée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13_discuss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en temps réel : conversations privées + onglet Direction · Recherche · Mode audit Super Admin (toutes les conversations)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2744">
              <a:alpha val="25000"/>
            </a:srgbClr>
          </a:solidFill>
          <a:ln w="12700">
            <a:solidFill>
              <a:srgbClr val="0F274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0F2744">
              <a:alpha val="40000"/>
            </a:srgbClr>
          </a:solidFill>
          <a:ln w="12700">
            <a:solidFill>
              <a:srgbClr val="0F27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Paramètres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utilisateurs, salles, statistiques et sauvegardes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Text 2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744"/>
                </a:solidFill>
              </a:rPr>
              <a:t>ADMIN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8" name="Image 0" descr="D:\Gestion planning\screenshots_ui\14_utilisateu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complète des utilisateurs · Création, modification, désactivation · Attribution des rôles · Envoi lien de réinitialisation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Administration — Utilisateurs &amp; Salles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55448"/>
            <a:ext cx="274320" cy="27432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14b_admin_utilisateu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41605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480560"/>
            <a:ext cx="425196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22860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Onglet Utilisateurs (Admin)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10" name="Image 1" descr="D:\Gestion planning\screenshots_ui\14c_admin_sall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777240"/>
            <a:ext cx="4160520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4480560"/>
            <a:ext cx="425196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484632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Onglet Salles (Admin)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Text 2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744"/>
                </a:solidFill>
              </a:rPr>
              <a:t>ADMIN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Statistiques Globales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8" name="Image 0" descr="D:\Gestion planning\screenshots_ui\15_admin_notif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: 8 utilisateurs actifs, taux de validation, missions actives, réunions · Plannings par statut · Utilisateurs par rôle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Administration — Plannings &amp; Statistiques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55448"/>
            <a:ext cx="274320" cy="27432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4251960" cy="37033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480560"/>
            <a:ext cx="425196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22860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Vue admin des plannings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10" name="Image 1" descr="D:\Gestion planning\screenshots_ui\17_admin_sta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777240"/>
            <a:ext cx="4160520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4480560"/>
            <a:ext cx="425196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484632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Statistiques détaillées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Text 2"/>
          <p:cNvSpPr/>
          <p:nvPr/>
        </p:nvSpPr>
        <p:spPr>
          <a:xfrm>
            <a:off x="228600" y="128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744"/>
                </a:solidFill>
              </a:rPr>
              <a:t>SUPER ADMIN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Sauvegardes Système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35520"/>
            <a:ext cx="8412480" cy="3900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sauvegardes : déclenchement manuel, historique, restauration · Export CSV des logs · Surveillance système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276">
              <a:alpha val="25000"/>
            </a:srgbClr>
          </a:solidFill>
          <a:ln w="12700">
            <a:solidFill>
              <a:srgbClr val="1A527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1A5276">
              <a:alpha val="40000"/>
            </a:srgbClr>
          </a:solidFill>
          <a:ln w="12700">
            <a:solidFill>
              <a:srgbClr val="1A527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Outils Complémentaires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Répertoire, profil, projets et gestion des salles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 / Annuaire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19_repertoi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 tous les utilisateurs · Recherche par nom, rôle, direction · Fiche contact avec email et téléphone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Utilisateur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73736"/>
            <a:ext cx="292608" cy="292608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20_prof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9552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27448"/>
            <a:ext cx="9144000" cy="4206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20040" y="472744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profil : informations personnelles, photo avatar, changement de mot de passe · Historique des connexions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Projets &amp; Gestion des Salles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55448"/>
            <a:ext cx="274320" cy="27432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0" descr="D:\Gestion planning\screenshots_ui\21_proje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41605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480560"/>
            <a:ext cx="425196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22860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Projets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731520"/>
            <a:ext cx="42519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152400" dist="508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10" name="Image 1" descr="D:\Gestion planning\screenshots_ui\22_sall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777240"/>
            <a:ext cx="4160520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4480560"/>
            <a:ext cx="425196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4846320" y="4480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Gestion des Salles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6766560" y="2743200"/>
            <a:ext cx="3200400" cy="3200400"/>
          </a:xfrm>
          <a:prstGeom prst="ellipse">
            <a:avLst/>
          </a:prstGeom>
          <a:solidFill>
            <a:srgbClr val="C9952A">
              <a:alpha val="50000"/>
            </a:srgbClr>
          </a:solidFill>
          <a:ln w="12700">
            <a:solidFill>
              <a:srgbClr val="C9952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952A"/>
                </a:solidFill>
              </a:rPr>
              <a:t>pour votre attention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2468880"/>
            <a:ext cx="5943600" cy="0"/>
          </a:xfrm>
          <a:prstGeom prst="line">
            <a:avLst/>
          </a:prstGeom>
          <a:noFill/>
          <a:ln w="1905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 — Agence de Développement Municipal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090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Plateforme Gestion Planning · Version 2.0 · Mai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11880"/>
            <a:ext cx="132588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4069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Interfaces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capturées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74520" y="3611880"/>
            <a:ext cx="132588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4" name="Text 12"/>
          <p:cNvSpPr/>
          <p:nvPr/>
        </p:nvSpPr>
        <p:spPr>
          <a:xfrm>
            <a:off x="187452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74520" y="4069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Rôles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utilisateurs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3611880"/>
            <a:ext cx="132588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333756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4069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Modules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fonctionnels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00600" y="3611880"/>
            <a:ext cx="1325880" cy="9144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480060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00600" y="4069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2744"/>
                </a:solidFill>
              </a:rPr>
              <a:t>Support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2744"/>
                </a:solidFill>
              </a:rPr>
              <a:t>mobile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781</Words>
  <Application>Microsoft Office PowerPoint</Application>
  <PresentationFormat>Affichage à l'écran (16:9)</PresentationFormat>
  <Paragraphs>167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Planning — Interfaces Utilisateur</dc:title>
  <dc:subject>PptxGenJS Presentation</dc:subject>
  <dc:creator>ADM — Agence de Développement Municipal</dc:creator>
  <cp:lastModifiedBy>CCBM TECHNOLOGIES</cp:lastModifiedBy>
  <cp:revision>3</cp:revision>
  <dcterms:created xsi:type="dcterms:W3CDTF">2026-05-08T14:58:13Z</dcterms:created>
  <dcterms:modified xsi:type="dcterms:W3CDTF">2026-05-11T14:43:41Z</dcterms:modified>
</cp:coreProperties>
</file>