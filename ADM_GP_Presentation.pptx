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854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C8A23A">
              <a:alpha val="40000"/>
            </a:srgbClr>
          </a:solidFill>
          <a:ln w="12700">
            <a:solidFill>
              <a:srgbClr val="C8A2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C8A23A">
              <a:alpha val="60000"/>
            </a:srgbClr>
          </a:solidFill>
          <a:ln w="12700">
            <a:solidFill>
              <a:srgbClr val="C8A2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72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3120" y="50292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DE DÉVELOPEMENT MUNICIPAL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417320"/>
            <a:ext cx="6400800" cy="27432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36576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</a:t>
            </a:r>
            <a:endParaRPr lang="en-US" sz="8000" dirty="0"/>
          </a:p>
        </p:txBody>
      </p:sp>
      <p:sp>
        <p:nvSpPr>
          <p:cNvPr id="9" name="Text 6"/>
          <p:cNvSpPr/>
          <p:nvPr/>
        </p:nvSpPr>
        <p:spPr>
          <a:xfrm>
            <a:off x="365760" y="29718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Planning</a:t>
            </a:r>
            <a:endParaRPr lang="en-US" sz="2800" dirty="0"/>
          </a:p>
        </p:txBody>
      </p:sp>
      <p:sp>
        <p:nvSpPr>
          <p:cNvPr id="10" name="Text 7"/>
          <p:cNvSpPr/>
          <p:nvPr/>
        </p:nvSpPr>
        <p:spPr>
          <a:xfrm>
            <a:off x="365760" y="35844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de gestion intégrée des plannings, réunions, missions et projets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9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1.0  •  Mai 2026  •  Usage Interne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DE L'APPLICATION ADM GP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28600" y="804672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228600" y="804672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" name="Text 4"/>
          <p:cNvSpPr/>
          <p:nvPr/>
        </p:nvSpPr>
        <p:spPr>
          <a:xfrm>
            <a:off x="393192" y="841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93192" y="8412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93192" y="12070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et statistiques en temps réel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00400" y="804672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0" name="Shape 8"/>
          <p:cNvSpPr/>
          <p:nvPr/>
        </p:nvSpPr>
        <p:spPr>
          <a:xfrm>
            <a:off x="3200400" y="804672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1" name="Text 9"/>
          <p:cNvSpPr/>
          <p:nvPr/>
        </p:nvSpPr>
        <p:spPr>
          <a:xfrm>
            <a:off x="3364992" y="841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364992" y="8412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64992" y="12070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mois, semaine et jour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172200" y="804672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5" name="Shape 13"/>
          <p:cNvSpPr/>
          <p:nvPr/>
        </p:nvSpPr>
        <p:spPr>
          <a:xfrm>
            <a:off x="6172200" y="804672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6" name="Text 14"/>
          <p:cNvSpPr/>
          <p:nvPr/>
        </p:nvSpPr>
        <p:spPr>
          <a:xfrm>
            <a:off x="6336792" y="84124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📋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336792" y="841248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36792" y="1207008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5 étapes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228600" y="1746504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0" name="Shape 18"/>
          <p:cNvSpPr/>
          <p:nvPr/>
        </p:nvSpPr>
        <p:spPr>
          <a:xfrm>
            <a:off x="228600" y="1746504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1" name="Text 19"/>
          <p:cNvSpPr/>
          <p:nvPr/>
        </p:nvSpPr>
        <p:spPr>
          <a:xfrm>
            <a:off x="393192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93192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93192" y="2148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automatique des salles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0" y="1746504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5" name="Shape 23"/>
          <p:cNvSpPr/>
          <p:nvPr/>
        </p:nvSpPr>
        <p:spPr>
          <a:xfrm>
            <a:off x="3200400" y="1746504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6" name="Text 24"/>
          <p:cNvSpPr/>
          <p:nvPr/>
        </p:nvSpPr>
        <p:spPr>
          <a:xfrm>
            <a:off x="3364992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✈️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3364992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64992" y="2148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missions terrain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172200" y="1746504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30" name="Shape 28"/>
          <p:cNvSpPr/>
          <p:nvPr/>
        </p:nvSpPr>
        <p:spPr>
          <a:xfrm>
            <a:off x="6172200" y="1746504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1" name="Text 29"/>
          <p:cNvSpPr/>
          <p:nvPr/>
        </p:nvSpPr>
        <p:spPr>
          <a:xfrm>
            <a:off x="6336792" y="1783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🏢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6336792" y="1783080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36792" y="2148840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et occupation en temps réel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228600" y="2688336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35" name="Shape 33"/>
          <p:cNvSpPr/>
          <p:nvPr/>
        </p:nvSpPr>
        <p:spPr>
          <a:xfrm>
            <a:off x="228600" y="2688336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6" name="Text 34"/>
          <p:cNvSpPr/>
          <p:nvPr/>
        </p:nvSpPr>
        <p:spPr>
          <a:xfrm>
            <a:off x="393192" y="2724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📁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393192" y="27249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93192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et ressources liées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2688336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40" name="Shape 38"/>
          <p:cNvSpPr/>
          <p:nvPr/>
        </p:nvSpPr>
        <p:spPr>
          <a:xfrm>
            <a:off x="3200400" y="2688336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1" name="Text 39"/>
          <p:cNvSpPr/>
          <p:nvPr/>
        </p:nvSpPr>
        <p:spPr>
          <a:xfrm>
            <a:off x="3364992" y="2724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42" name="Text 40"/>
          <p:cNvSpPr/>
          <p:nvPr/>
        </p:nvSpPr>
        <p:spPr>
          <a:xfrm>
            <a:off x="3364992" y="27249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Messagerie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364992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temps réel et canaux directions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172200" y="2688336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45" name="Shape 43"/>
          <p:cNvSpPr/>
          <p:nvPr/>
        </p:nvSpPr>
        <p:spPr>
          <a:xfrm>
            <a:off x="6172200" y="2688336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46" name="Text 44"/>
          <p:cNvSpPr/>
          <p:nvPr/>
        </p:nvSpPr>
        <p:spPr>
          <a:xfrm>
            <a:off x="6336792" y="272491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📞</a:t>
            </a:r>
            <a:endParaRPr lang="en-US" sz="2000" dirty="0"/>
          </a:p>
        </p:txBody>
      </p:sp>
      <p:sp>
        <p:nvSpPr>
          <p:cNvPr id="47" name="Text 45"/>
          <p:cNvSpPr/>
          <p:nvPr/>
        </p:nvSpPr>
        <p:spPr>
          <a:xfrm>
            <a:off x="6336792" y="2724912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336792" y="3090672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téléphonique organisationnel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228600" y="3630168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50" name="Shape 48"/>
          <p:cNvSpPr/>
          <p:nvPr/>
        </p:nvSpPr>
        <p:spPr>
          <a:xfrm>
            <a:off x="228600" y="3630168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1" name="Text 49"/>
          <p:cNvSpPr/>
          <p:nvPr/>
        </p:nvSpPr>
        <p:spPr>
          <a:xfrm>
            <a:off x="393192" y="3666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🔔</a:t>
            </a:r>
            <a:endParaRPr lang="en-US" sz="2000" dirty="0"/>
          </a:p>
        </p:txBody>
      </p:sp>
      <p:sp>
        <p:nvSpPr>
          <p:cNvPr id="52" name="Text 50"/>
          <p:cNvSpPr/>
          <p:nvPr/>
        </p:nvSpPr>
        <p:spPr>
          <a:xfrm>
            <a:off x="393192" y="36667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393192" y="4032504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+ email par événement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3200400" y="3630168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55" name="Shape 53"/>
          <p:cNvSpPr/>
          <p:nvPr/>
        </p:nvSpPr>
        <p:spPr>
          <a:xfrm>
            <a:off x="3200400" y="3630168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56" name="Text 54"/>
          <p:cNvSpPr/>
          <p:nvPr/>
        </p:nvSpPr>
        <p:spPr>
          <a:xfrm>
            <a:off x="3364992" y="3666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57" name="Text 55"/>
          <p:cNvSpPr/>
          <p:nvPr/>
        </p:nvSpPr>
        <p:spPr>
          <a:xfrm>
            <a:off x="3364992" y="36667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3364992" y="4032504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complète de la plateforme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6172200" y="3630168"/>
            <a:ext cx="2743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3087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60" name="Shape 58"/>
          <p:cNvSpPr/>
          <p:nvPr/>
        </p:nvSpPr>
        <p:spPr>
          <a:xfrm>
            <a:off x="6172200" y="3630168"/>
            <a:ext cx="109728" cy="77724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1" name="Text 59"/>
          <p:cNvSpPr/>
          <p:nvPr/>
        </p:nvSpPr>
        <p:spPr>
          <a:xfrm>
            <a:off x="6336792" y="3666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🔒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6336792" y="3666744"/>
            <a:ext cx="2542032" cy="347472"/>
          </a:xfrm>
          <a:prstGeom prst="rect">
            <a:avLst/>
          </a:prstGeom>
          <a:noFill/>
          <a:ln/>
        </p:spPr>
        <p:txBody>
          <a:bodyPr wrap="square" lIns="0" tIns="30480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6336792" y="4032504"/>
            <a:ext cx="2542032" cy="347472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2FA, audit, rate limiting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5" name="Text 6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RÔLES ET PERMISSIONS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463040" cy="65836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" name="Text 4"/>
          <p:cNvSpPr/>
          <p:nvPr/>
        </p:nvSpPr>
        <p:spPr>
          <a:xfrm>
            <a:off x="274320" y="82296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874520" y="86868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et soumet les plannings hebdomadaires de sa direction. Gère les réunions, missions et projets.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60020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9" name="Shape 7"/>
          <p:cNvSpPr/>
          <p:nvPr/>
        </p:nvSpPr>
        <p:spPr>
          <a:xfrm>
            <a:off x="274320" y="1600200"/>
            <a:ext cx="1463040" cy="65836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8"/>
          <p:cNvSpPr/>
          <p:nvPr/>
        </p:nvSpPr>
        <p:spPr>
          <a:xfrm>
            <a:off x="274320" y="160020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CONSOLIDATEUR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74520" y="164592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 les plannings soumis par les responsables avant validation. Vue multi-directions.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37744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3" name="Shape 11"/>
          <p:cNvSpPr/>
          <p:nvPr/>
        </p:nvSpPr>
        <p:spPr>
          <a:xfrm>
            <a:off x="274320" y="2377440"/>
            <a:ext cx="1463040" cy="658368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4" name="Text 12"/>
          <p:cNvSpPr/>
          <p:nvPr/>
        </p:nvSpPr>
        <p:spPr>
          <a:xfrm>
            <a:off x="274320" y="237744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874520" y="242316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Directeur Général — valide ou retourne les plannings consolidés. Accès complet en lecture.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15468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651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7" name="Shape 15"/>
          <p:cNvSpPr/>
          <p:nvPr/>
        </p:nvSpPr>
        <p:spPr>
          <a:xfrm>
            <a:off x="274320" y="3154680"/>
            <a:ext cx="1463040" cy="65836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8" name="Text 16"/>
          <p:cNvSpPr/>
          <p:nvPr/>
        </p:nvSpPr>
        <p:spPr>
          <a:xfrm>
            <a:off x="274320" y="315468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874520" y="320040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Administrateur système — gestion complète des utilisateurs, salles, directions et paramètres.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3931920"/>
            <a:ext cx="85953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B71C1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1" name="Shape 19"/>
          <p:cNvSpPr/>
          <p:nvPr/>
        </p:nvSpPr>
        <p:spPr>
          <a:xfrm>
            <a:off x="274320" y="3931920"/>
            <a:ext cx="1463040" cy="6583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2" name="Text 20"/>
          <p:cNvSpPr/>
          <p:nvPr/>
        </p:nvSpPr>
        <p:spPr>
          <a:xfrm>
            <a:off x="274320" y="3931920"/>
            <a:ext cx="1463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874520" y="3977640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Accès total incluant journaux d'audit, sauvegardes PostgreSQL et documents système.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5" name="Text 2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🔐 Authentification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Connexion sécurisée avec 2FA optionnel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de Connexion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logi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mot de passe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2FA (TOTP)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Récupération par email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de compte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JWT 15 min + refresh 7j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force mot de passe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🏠 Accueil Public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du planning journalier sans connexion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 Public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home_public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sans connexion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Occupation des salles (timeline)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du jour en temps réel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Missions en cours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Onglets Salles / Missions / Calendrier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Rafraîchissement auto 5 min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Tableau de Bord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et statistiques en temps réel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de Bord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dashboar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Salles libres / occupées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 du jour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 en attente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d'occupation (barre %)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semaine en cours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statistiques avancées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Calendrier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Vues mois, semaine et jour unifiées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 Unifié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calendar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Mois / Semaine / Jour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couleur par type d'événement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heure actuelle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temporelle intuitive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iCal, CSV, PDF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 au clic sur un événement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Gestion des Plannings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hebdomadaire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 DE VALIDATION DES PLANNINGS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546E7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1920240" cy="502920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" name="Text 4"/>
          <p:cNvSpPr/>
          <p:nvPr/>
        </p:nvSpPr>
        <p:spPr>
          <a:xfrm>
            <a:off x="36576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Crée et rédige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planning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22576" y="1965960"/>
            <a:ext cx="164592" cy="36576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8"/>
          <p:cNvSpPr/>
          <p:nvPr/>
        </p:nvSpPr>
        <p:spPr>
          <a:xfrm>
            <a:off x="228600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A23A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514600" y="8686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57C0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2" name="Shape 10"/>
          <p:cNvSpPr/>
          <p:nvPr/>
        </p:nvSpPr>
        <p:spPr>
          <a:xfrm>
            <a:off x="2514600" y="868680"/>
            <a:ext cx="1920240" cy="502920"/>
          </a:xfrm>
          <a:prstGeom prst="rect">
            <a:avLst/>
          </a:prstGeom>
          <a:solidFill>
            <a:srgbClr val="F57C00"/>
          </a:solidFill>
          <a:ln w="12700">
            <a:solidFill>
              <a:srgbClr val="F57C0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3" name="Text 11"/>
          <p:cNvSpPr/>
          <p:nvPr/>
        </p:nvSpPr>
        <p:spPr>
          <a:xfrm>
            <a:off x="251460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SOUMIS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6032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7C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560320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Soumet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révision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71416" y="1965960"/>
            <a:ext cx="164592" cy="36576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443484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A23A"/>
                </a:solidFill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8686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9" name="Shape 17"/>
          <p:cNvSpPr/>
          <p:nvPr/>
        </p:nvSpPr>
        <p:spPr>
          <a:xfrm>
            <a:off x="4663440" y="868680"/>
            <a:ext cx="1920240" cy="5029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0" name="Text 18"/>
          <p:cNvSpPr/>
          <p:nvPr/>
        </p:nvSpPr>
        <p:spPr>
          <a:xfrm>
            <a:off x="466344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0916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Consolidateur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09160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Consolide les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620256" y="1965960"/>
            <a:ext cx="164592" cy="36576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4" name="Text 22"/>
          <p:cNvSpPr/>
          <p:nvPr/>
        </p:nvSpPr>
        <p:spPr>
          <a:xfrm>
            <a:off x="6583680" y="173736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C8A23A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812280" y="868680"/>
            <a:ext cx="192024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26" name="Shape 24"/>
          <p:cNvSpPr/>
          <p:nvPr/>
        </p:nvSpPr>
        <p:spPr>
          <a:xfrm>
            <a:off x="6812280" y="868680"/>
            <a:ext cx="1920240" cy="5029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27" name="Text 25"/>
          <p:cNvSpPr/>
          <p:nvPr/>
        </p:nvSpPr>
        <p:spPr>
          <a:xfrm>
            <a:off x="6812280" y="8686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VALIDÉ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0" y="146304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858000" y="1874520"/>
            <a:ext cx="1828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795528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1" name="Shape 29"/>
          <p:cNvSpPr/>
          <p:nvPr/>
        </p:nvSpPr>
        <p:spPr>
          <a:xfrm>
            <a:off x="4160520" y="3429000"/>
            <a:ext cx="4160520" cy="36576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2" name="Text 30"/>
          <p:cNvSpPr/>
          <p:nvPr/>
        </p:nvSpPr>
        <p:spPr>
          <a:xfrm>
            <a:off x="1097280" y="347472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↩  RETOURNÉ avec commentaires (DG → Responsable)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4320" y="4023360"/>
            <a:ext cx="8595360" cy="640080"/>
          </a:xfrm>
          <a:prstGeom prst="rect">
            <a:avLst/>
          </a:prstGeom>
          <a:solidFill>
            <a:srgbClr val="E8EEF8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4" name="Text 32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automatiques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 chaque changement de statut (email + in-app)  •  </a:t>
            </a: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</a:t>
            </a: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chaque transition conservé dans les journaux d'audit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6" name="Text 3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Plannings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planning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par semaine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statut et responsable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synthétique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Partage iCalendar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 avec commentaires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à chaque étape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Réunions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et réservation automatique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Réunions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meeting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avec détection de conflits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automatique de salle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des participants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Liens visioconférence intégrés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: Brouillon → Confirmé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Rappels automatiques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Missions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Suivi des déplacements et missions terrain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Missions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miss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Lieu, dates et description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Assignation aux agents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Lien direction et projet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multi-critères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sur calendrier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données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🏢 Salles de Réunion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et occupation en temps réel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Salles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room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temps réel : Libre / Occupée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Capacité et localisation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Tags équipements (projecteur, wifi…)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Réservation directe depuis la carte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/ désactivation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réservations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📁 Projets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documentaire et suivi des ressources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Projets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projec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Codes projet et descriptions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Statuts : Actif / Pause / Terminé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Compteurs missions et réunions liées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de documents projets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de détail complet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par direction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 Messagerie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temps réel entre agents et directions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Messagerie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discuss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directs et canaux direction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réel via WebSocket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Indicateurs de présence en ligne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Pièces jointes (PDF, images, Word)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Réponse à un message (citation)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d'attente hors-ligne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📞 Répertoire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Annuaire téléphonique organisationnel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Répertoire Téléphonique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repertoir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contacts, 10 directions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Regroupement par direction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Numéros cliquables (appel direct)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multi-critères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Word et PDF paysage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CRUD des contacts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🔔 Notifications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in-app et email automatiques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de Notifications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notification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Canaux : In-app + Email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Réunions, plannings, missions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 silencieux configurable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Préférences par type d'événement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Badge temps réel sur l'icône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complet paginé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Mon Profil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compte et sécurité personnelle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Utilisateur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profil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de profil (max 5 Mo)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des informations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Changement de mot de passe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de force du mdp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2FA avec QR Code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Historique des connexions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Administration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Panneau de contrôle complet de la plateforme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Statistiques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admin_stat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Utilisateurs actifs / inactifs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validation plannings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Métriques réunions et missions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par période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des rapports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Graphiques KPI temps réel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Utilisateurs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admin_user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complète (11 utilisateurs)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Création avec email d'activation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 rôle / direction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Activation / désactivation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Réinitialisation mot de passe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rôle et statut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Journaux d'Audit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admin_audit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206 entrées tracées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Filtres action, entité, période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12 mois minimum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 des journaux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Immuables (aucune suppression)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Traçabilité complète des actions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37160" y="0"/>
            <a:ext cx="7315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— Sauvegardes PostgreSQL</a:t>
            </a:r>
            <a:endParaRPr lang="en-US" sz="1800" dirty="0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36576"/>
            <a:ext cx="457200" cy="4572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182880" y="640080"/>
            <a:ext cx="5669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pic>
        <p:nvPicPr>
          <p:cNvPr id="6" name="Image 1" descr="D:\Gestion planning\screenshots_pptx\admin_backups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82880" y="640080"/>
            <a:ext cx="5669280" cy="347472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6035040" y="640080"/>
            <a:ext cx="29260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8" name="Shape 4"/>
          <p:cNvSpPr/>
          <p:nvPr/>
        </p:nvSpPr>
        <p:spPr>
          <a:xfrm>
            <a:off x="6035040" y="640080"/>
            <a:ext cx="2926080" cy="347472"/>
          </a:xfrm>
          <a:prstGeom prst="rect">
            <a:avLst/>
          </a:prstGeom>
          <a:solidFill>
            <a:srgbClr val="E8EEF8"/>
          </a:solidFill>
          <a:ln w="1270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9" name="Text 5"/>
          <p:cNvSpPr/>
          <p:nvPr/>
        </p:nvSpPr>
        <p:spPr>
          <a:xfrm>
            <a:off x="6080760" y="640080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30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6080760" y="1024128"/>
            <a:ext cx="2834640" cy="301752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manuel déclenché à la demande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 notification automatique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Téléchargement des fichiers .sql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Restauration depuis backup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avec date et taille</a:t>
            </a:r>
            <a:endParaRPr lang="en-US" sz="9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Réservé au Super Administrateur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2" name="Text 8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3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>
            <a:alphaModFix amt="70000"/>
          </a:blip>
          <a:stretch>
            <a:fillRect/>
          </a:stretch>
        </p:blipFill>
        <p:spPr>
          <a:xfrm>
            <a:off x="8046720" y="182880"/>
            <a:ext cx="822960" cy="822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Architecture Technique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457200" y="2606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moderne, sécurisé et scalable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108960"/>
            <a:ext cx="3657600" cy="4572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Text 1"/>
          <p:cNvSpPr/>
          <p:nvPr/>
        </p:nvSpPr>
        <p:spPr>
          <a:xfrm>
            <a:off x="18288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2560320" cy="2880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+ Vite 6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 Design v5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4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Zustand (state)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7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54680" y="7772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2E7D3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9" name="Shape 7"/>
          <p:cNvSpPr/>
          <p:nvPr/>
        </p:nvSpPr>
        <p:spPr>
          <a:xfrm>
            <a:off x="3154680" y="777240"/>
            <a:ext cx="2743200" cy="45720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0" name="Text 8"/>
          <p:cNvSpPr/>
          <p:nvPr/>
        </p:nvSpPr>
        <p:spPr>
          <a:xfrm>
            <a:off x="315468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246120" y="1298448"/>
            <a:ext cx="2560320" cy="2880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5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ORM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 (15min)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 Socket.IO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35040" y="777240"/>
            <a:ext cx="274320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6A1B9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SN"/>
          </a:p>
        </p:txBody>
      </p:sp>
      <p:sp>
        <p:nvSpPr>
          <p:cNvPr id="13" name="Shape 11"/>
          <p:cNvSpPr/>
          <p:nvPr/>
        </p:nvSpPr>
        <p:spPr>
          <a:xfrm>
            <a:off x="6035040" y="777240"/>
            <a:ext cx="2743200" cy="45720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4" name="Text 12"/>
          <p:cNvSpPr/>
          <p:nvPr/>
        </p:nvSpPr>
        <p:spPr>
          <a:xfrm>
            <a:off x="6035040" y="777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/ Infra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26480" y="1298448"/>
            <a:ext cx="2560320" cy="288036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Sauvegardes SQL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audit/erreur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Service Worker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Docker-ready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solidFill>
            <a:srgbClr val="003087"/>
          </a:solidFill>
          <a:ln w="12700">
            <a:solidFill>
              <a:srgbClr val="003087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17" name="Text 15"/>
          <p:cNvSpPr/>
          <p:nvPr/>
        </p:nvSpPr>
        <p:spPr>
          <a:xfrm>
            <a:off x="0" y="48737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  •  Application de Gestion de Planning  •  ADM 2026</a:t>
            </a:r>
            <a:endParaRPr lang="en-US" sz="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0308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3" name="Shape 1"/>
          <p:cNvSpPr/>
          <p:nvPr/>
        </p:nvSpPr>
        <p:spPr>
          <a:xfrm>
            <a:off x="8961120" y="0"/>
            <a:ext cx="182880" cy="5143500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pic>
        <p:nvPicPr>
          <p:cNvPr id="4" name="Image 0" descr="D:\Gestion planning\backend\uploads\branding\app_logo_177763877998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457200"/>
            <a:ext cx="1463040" cy="1463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1031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 GP</a:t>
            </a:r>
            <a:endParaRPr lang="en-US" sz="5600" dirty="0"/>
          </a:p>
        </p:txBody>
      </p:sp>
      <p:sp>
        <p:nvSpPr>
          <p:cNvPr id="6" name="Text 3"/>
          <p:cNvSpPr/>
          <p:nvPr/>
        </p:nvSpPr>
        <p:spPr>
          <a:xfrm>
            <a:off x="457200" y="2926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C8A2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743200" y="3520440"/>
            <a:ext cx="3657600" cy="36576"/>
          </a:xfrm>
          <a:prstGeom prst="rect">
            <a:avLst/>
          </a:prstGeom>
          <a:solidFill>
            <a:srgbClr val="C8A23A"/>
          </a:solidFill>
          <a:ln w="12700">
            <a:solidFill>
              <a:srgbClr val="C8A23A"/>
            </a:solidFill>
            <a:prstDash val="solid"/>
          </a:ln>
        </p:spPr>
        <p:txBody>
          <a:bodyPr/>
          <a:lstStyle/>
          <a:p>
            <a:endParaRPr lang="fr-SN"/>
          </a:p>
        </p:txBody>
      </p:sp>
      <p:sp>
        <p:nvSpPr>
          <p:cNvPr id="8" name="Text 5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AAB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Agence de Développement Municipal  •  adm.sn  •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1225</Words>
  <Application>Microsoft Office PowerPoint</Application>
  <PresentationFormat>Affichage à l'écran (16:9)</PresentationFormat>
  <Paragraphs>322</Paragraphs>
  <Slides>38</Slides>
  <Notes>38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ADM GP - Gestion de Planning</dc:title>
  <dc:subject>Présentation de l'application ADM GP</dc:subject>
  <dc:creator>ADM - Direction des Systèmes d'Information</dc:creator>
  <cp:lastModifiedBy>CCBM TECHNOLOGIES</cp:lastModifiedBy>
  <cp:revision>4</cp:revision>
  <dcterms:created xsi:type="dcterms:W3CDTF">2026-05-01T22:17:13Z</dcterms:created>
  <dcterms:modified xsi:type="dcterms:W3CDTF">2026-05-01T22:30:56Z</dcterms:modified>
</cp:coreProperties>
</file>